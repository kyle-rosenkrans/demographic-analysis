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502920" cy="128016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15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 TEAM &amp; FAMILY  ·  2030 GROWTH PLANNING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4813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Demand 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statewide trends down to three targeted anchor communities for growth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zooms in through three lenses — statewide enrollment trends across Florida, board-district market dynamics, and the on-the-ground demand picture in three targeted anchor communities. Supporting detail to the South Florida Growth Geographies summary.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3566160" cy="914400"/>
          </a:xfrm>
          <a:prstGeom prst="rect">
            <a:avLst/>
          </a:prstGeom>
          <a:solidFill>
            <a:srgbClr val="0A3A66"/>
          </a:solidFill>
          <a:ln w="12700">
            <a:solidFill>
              <a:srgbClr val="244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224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42428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451713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enrollment, charter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voucher trends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70832" y="426110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754880" y="4114800"/>
            <a:ext cx="3017520" cy="914400"/>
          </a:xfrm>
          <a:prstGeom prst="rect">
            <a:avLst/>
          </a:prstGeom>
          <a:solidFill>
            <a:srgbClr val="0A3A66"/>
          </a:solidFill>
          <a:ln w="12700">
            <a:solidFill>
              <a:srgbClr val="2449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4224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4242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45171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Board-district market share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enrollment shifts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54112" y="426110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8138160" y="4114800"/>
            <a:ext cx="3200400" cy="914400"/>
          </a:xfrm>
          <a:prstGeom prst="rect">
            <a:avLst/>
          </a:prstGeom>
          <a:solidFill>
            <a:srgbClr val="0A3A66"/>
          </a:solidFill>
          <a:ln w="19050">
            <a:solidFill>
              <a:srgbClr val="E07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4224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0" y="4242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COMMUNITIES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95360" y="4517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Drive-time demand around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 sites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440680"/>
            <a:ext cx="3200400" cy="56692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562356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5532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25880" y="5760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M-DCPS District 2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80560" y="5440680"/>
            <a:ext cx="3200400" cy="56692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562356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37760" y="5532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937760" y="5760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M-DCPS District 9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92440" y="5440680"/>
            <a:ext cx="3200400" cy="56692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623560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49640" y="5532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549640" y="5760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District 5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822960" y="632764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(ESRI/ACS-based drive-time rings) · FL DOE enrollment · U.S. Census ACS · BEBR.    June 2026 · Prepared for KTAF leadership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Demand Analysis</dc:title>
  <dc:subject>PptxGenJS Presentation</dc:subject>
  <dc:creator>KTAF</dc:creator>
  <cp:lastModifiedBy>KTAF</cp:lastModifiedBy>
  <cp:revision>1</cp:revision>
  <dcterms:created xsi:type="dcterms:W3CDTF">2026-06-16T03:50:25Z</dcterms:created>
  <dcterms:modified xsi:type="dcterms:W3CDTF">2026-06-16T03:50:25Z</dcterms:modified>
</cp:coreProperties>
</file>